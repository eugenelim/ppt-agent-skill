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B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0861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200">
                <a:solidFill>
                  <a:srgbClr val="FFFFFF"/>
                </a:solidFill>
              </a:rPr>
              <a:t>Header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028700"/>
            <a:ext cx="7315200" cy="2571750"/>
          </a:xfrm>
          <a:prstGeom prst="rect">
            <a:avLst/>
          </a:prstGeom>
          <a:solidFill>
            <a:srgbClr val="0A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200">
                <a:solidFill>
                  <a:srgbClr val="FFFFFF"/>
                </a:solidFill>
              </a:rPr>
              <a:t>Content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4732020"/>
            <a:ext cx="9144000" cy="308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Confidential – Acme Corp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B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0861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771525"/>
            <a:ext cx="3657600" cy="30861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0" y="771525"/>
            <a:ext cx="3657600" cy="3086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B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0" cy="308610"/>
          </a:xfrm>
          <a:prstGeom prst="rect">
            <a:avLst/>
          </a:prstGeom>
          <a:solidFill>
            <a:srgbClr val="FDE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543050"/>
            <a:ext cx="7315200" cy="15430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>
                <a:solidFill>
                  <a:srgbClr val="FFFFFF"/>
                </a:solidFill>
              </a:rPr>
              <a:t>Headline</a:t>
            </a:r>
            <a:r>
              <a:rPr sz="1600">
                <a:solidFill>
                  <a:srgbClr val="A0AEC0"/>
                </a:solidFill>
              </a:rPr>
              <a:t> subtitle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