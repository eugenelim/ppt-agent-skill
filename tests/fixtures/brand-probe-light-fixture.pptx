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861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32020"/>
            <a:ext cx="9144000" cy="308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© Acme Corp –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0861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1525"/>
            <a:ext cx="3657600" cy="3086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771525"/>
            <a:ext cx="3657600" cy="30861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3086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43050"/>
            <a:ext cx="7315200" cy="1543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F2937"/>
                </a:solidFill>
              </a:rPr>
              <a:t>Headline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